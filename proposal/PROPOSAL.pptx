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ganttcha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0565471678924852E-2"/>
          <c:y val="8.0412655813813017E-2"/>
          <c:w val="0.88670143504789178"/>
          <c:h val="0.88166689371441032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Supragya!$B$1:$B$7</c:f>
              <c:strCache>
                <c:ptCount val="7"/>
                <c:pt idx="0">
                  <c:v>Start</c:v>
                </c:pt>
                <c:pt idx="1">
                  <c:v>6/22/2026</c:v>
                </c:pt>
                <c:pt idx="2">
                  <c:v>6/24/2026</c:v>
                </c:pt>
                <c:pt idx="3">
                  <c:v>6/26/2026</c:v>
                </c:pt>
                <c:pt idx="4">
                  <c:v>7/17/2026</c:v>
                </c:pt>
                <c:pt idx="5">
                  <c:v>7/22/2026</c:v>
                </c:pt>
                <c:pt idx="6">
                  <c:v>6/24/2026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  <a:sp3d/>
          </c:spPr>
          <c:invertIfNegative val="0"/>
          <c:cat>
            <c:strRef>
              <c:f>Supragya!$A$2:$A$7</c:f>
              <c:strCache>
                <c:ptCount val="6"/>
                <c:pt idx="0">
                  <c:v>Proposal</c:v>
                </c:pt>
                <c:pt idx="1">
                  <c:v>Requirement Specification</c:v>
                </c:pt>
                <c:pt idx="2">
                  <c:v>Planning </c:v>
                </c:pt>
                <c:pt idx="3">
                  <c:v>Code</c:v>
                </c:pt>
                <c:pt idx="4">
                  <c:v>Testing </c:v>
                </c:pt>
                <c:pt idx="5">
                  <c:v>Documentation and report</c:v>
                </c:pt>
              </c:strCache>
            </c:strRef>
          </c:cat>
          <c:val>
            <c:numRef>
              <c:f>Supragya!$B$2:$B$7</c:f>
              <c:numCache>
                <c:formatCode>m/d/yyyy</c:formatCode>
                <c:ptCount val="6"/>
                <c:pt idx="0">
                  <c:v>46195</c:v>
                </c:pt>
                <c:pt idx="1">
                  <c:v>46197</c:v>
                </c:pt>
                <c:pt idx="2">
                  <c:v>46199</c:v>
                </c:pt>
                <c:pt idx="3">
                  <c:v>46220</c:v>
                </c:pt>
                <c:pt idx="4">
                  <c:v>46225</c:v>
                </c:pt>
                <c:pt idx="5">
                  <c:v>46197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750-2841-977D-96B507E9AC2A}"/>
            </c:ext>
          </c:extLst>
        </c:ser>
        <c:ser>
          <c:idx val="1"/>
          <c:order val="1"/>
          <c:tx>
            <c:strRef>
              <c:f>Supragya!$D$1</c:f>
              <c:strCache>
                <c:ptCount val="1"/>
                <c:pt idx="0">
                  <c:v>Duration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Supragya!$A$2:$A$7</c:f>
              <c:strCache>
                <c:ptCount val="6"/>
                <c:pt idx="0">
                  <c:v>Proposal</c:v>
                </c:pt>
                <c:pt idx="1">
                  <c:v>Requirement Specification</c:v>
                </c:pt>
                <c:pt idx="2">
                  <c:v>Planning </c:v>
                </c:pt>
                <c:pt idx="3">
                  <c:v>Code</c:v>
                </c:pt>
                <c:pt idx="4">
                  <c:v>Testing </c:v>
                </c:pt>
                <c:pt idx="5">
                  <c:v>Documentation and report</c:v>
                </c:pt>
              </c:strCache>
            </c:strRef>
          </c:cat>
          <c:val>
            <c:numRef>
              <c:f>Supragya!$D$2:$D$7</c:f>
              <c:numCache>
                <c:formatCode>General</c:formatCode>
                <c:ptCount val="6"/>
                <c:pt idx="0">
                  <c:v>7</c:v>
                </c:pt>
                <c:pt idx="1">
                  <c:v>15</c:v>
                </c:pt>
                <c:pt idx="2">
                  <c:v>21</c:v>
                </c:pt>
                <c:pt idx="3">
                  <c:v>72</c:v>
                </c:pt>
                <c:pt idx="4">
                  <c:v>70</c:v>
                </c:pt>
                <c:pt idx="5">
                  <c:v>113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4750-2841-977D-96B507E9AC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649173056"/>
        <c:axId val="1649172512"/>
        <c:axId val="0"/>
      </c:bar3DChart>
      <c:catAx>
        <c:axId val="16491730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9172512"/>
        <c:crosses val="autoZero"/>
        <c:auto val="1"/>
        <c:lblAlgn val="ctr"/>
        <c:lblOffset val="100"/>
        <c:noMultiLvlLbl val="0"/>
      </c:catAx>
      <c:valAx>
        <c:axId val="1649172512"/>
        <c:scaling>
          <c:orientation val="minMax"/>
          <c:min val="46195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/d/yyyy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9173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1F8FF-3397-4415-AA81-3E7C69ACA1E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4280E-F888-4ECA-B589-DF809BA23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5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94280E-F888-4ECA-B589-DF809BA236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10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DD41-2407-4583-BADE-5D7DD331060F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8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33C42-DF23-49B4-9E36-A7A4E3AB5B4C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13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C4FDB-C4D1-42CD-9045-997395BD45ED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7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559D-BF72-473E-98CE-46E5B8B54AD7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66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2DED-AFCA-4554-A07A-A6470A144689}" type="datetime1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06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EEF73-3C3E-4A43-AD66-293762AB48E9}" type="datetime1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872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F39E-8DAC-44E7-8C6F-04C3E2FE2EED}" type="datetime1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57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1D28-02B3-42E5-ABB8-4EABCFA70072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66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2D58-5852-49F1-B9CC-DDD8B6482F8E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62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B0735-D364-43AE-9A46-FC47FCAABC0F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73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8578-2E56-4A39-AE2C-79E6D35ADD07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83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796F6-4919-4C20-A5A1-C0EAC5D060C1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F255F-7135-4629-B4C2-FA45BB299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11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hyperlink" Target="https://www.drkaphle.com.np/2023/02/tu-result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3053300"/>
          </a:xfrm>
        </p:spPr>
        <p:txBody>
          <a:bodyPr>
            <a:normAutofit/>
          </a:bodyPr>
          <a:lstStyle/>
          <a:p>
            <a:r>
              <a:rPr lang="x-non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br>
              <a:rPr lang="x-non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x-non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PROPOSAL</a:t>
            </a:r>
            <a:br>
              <a:rPr lang="x-non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x-non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DEFENSE: BCA 4th SEM PROJECT I</a:t>
            </a:r>
            <a:br>
              <a:rPr lang="x-non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2981" y="2846567"/>
            <a:ext cx="11259047" cy="3172569"/>
          </a:xfrm>
        </p:spPr>
        <p:txBody>
          <a:bodyPr>
            <a:normAutofit lnSpcReduction="10000"/>
          </a:bodyPr>
          <a:lstStyle/>
          <a:p>
            <a:r>
              <a:rPr lang="en-US" sz="4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TRAFFIC-AWARE SHORTEST ROUTE </a:t>
            </a:r>
          </a:p>
          <a:p>
            <a:r>
              <a:rPr lang="en-US" sz="4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SYSTEM 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Elvish Shrestha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त्रिभुवन विश्व विद्यालय व्यवस्थापन संकाय डिनको कार्यालयद्वारा नतिजा ...">
            <a:extLst>
              <a:ext uri="{FF2B5EF4-FFF2-40B4-BE49-F238E27FC236}">
                <a16:creationId xmlns:a16="http://schemas.microsoft.com/office/drawing/2014/main" xmlns="" id="{3A8BF6CF-EA1A-728B-DEF9-25CA6EEA8D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tretch>
            <a:fillRect/>
          </a:stretch>
        </p:blipFill>
        <p:spPr>
          <a:xfrm>
            <a:off x="277377" y="193828"/>
            <a:ext cx="1015365" cy="1016000"/>
          </a:xfrm>
          <a:prstGeom prst="rect">
            <a:avLst/>
          </a:prstGeom>
        </p:spPr>
      </p:pic>
      <p:pic>
        <p:nvPicPr>
          <p:cNvPr id="7" name="Picture 2" descr="Southwestern State College (SWSC) | LinkedIn">
            <a:extLst>
              <a:ext uri="{FF2B5EF4-FFF2-40B4-BE49-F238E27FC236}">
                <a16:creationId xmlns:a16="http://schemas.microsoft.com/office/drawing/2014/main" xmlns="" id="{36FCA013-827A-223C-FFFC-3C23E157E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6612" y="43444"/>
            <a:ext cx="1255702" cy="111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45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x-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r>
              <a:rPr lang="x-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x-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kern="1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  <a:p>
            <a:r>
              <a:rPr lang="en-US" kern="1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x-none" kern="100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x-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6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930" y="588397"/>
            <a:ext cx="10515601" cy="1653871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46150" y="2683980"/>
            <a:ext cx="848386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congestion is a major problem in urban areas.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Travelers often face delays due to traffic jams, accidents, and road blockages.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route planning mainly focuses on distance.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provides traffic-aware route recommendations for efficient travel.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4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9857"/>
            <a:ext cx="10515600" cy="1653872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3515" y="2701412"/>
            <a:ext cx="9964779" cy="2345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Traffic jams cause delays and increase travel time.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personally experienced delays while traveling to college due to traffic congestion.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shortest route is not always the fastest route.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traffic-aware route management system that considers both distance and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traffic conditions.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the traffic-aware shortest route management system are as follows: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shortest and most efficient route between two locations. 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traffic conditions and identify congested roads. 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alternative routes when traffic congestion occurs. 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travel time and fuel consumption. 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accuracy and efficiency of route planning. 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users make better travel decisions based on current road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4073" y="1556085"/>
            <a:ext cx="7386313" cy="42066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0661" y="5868062"/>
            <a:ext cx="5868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Model of Traffic-Aware Shortest Route Management 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6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20202"/>
            <a:ext cx="10515600" cy="64405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Existing System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navigation systems such as Google Maps and Waze.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route calculation and traffic management features.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route optimization and traffic-aware routing concepts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Requirement Collection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personal experience and observation.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major issues such as traffic jams, accidents, and road blockages.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functional and non-functional requirements.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8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shall be able to enter a source location and destination. 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shall be able to view the shortest available route. 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shall be able to view route distance and estimated travel information. 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detect traffic jams, accidents, and road blockages. 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avoid congested routes automatically. 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suggest alternative routes when necessary. 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shall be able to log in to the system. 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shall be able to add, update, view, and delete route information. 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shall be able to manage traffic status and road conditions. 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shall be able to manage locations and distances between locations. 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display the reason for avoiding a route.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0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be user-friendly.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provide accurate route information.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be secure and reliable.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respond quickly to user requests.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be easy to maintain and update.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4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5224" y="142168"/>
            <a:ext cx="5636812" cy="1169477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USE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1864"/>
            <a:ext cx="10515600" cy="58561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Diagram of Traffic-Aware Shortest Route Management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 descr="C:\Users\DELL\Downloads\Usecase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689" y="1216549"/>
            <a:ext cx="5807883" cy="51518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1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Technical Feasibility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 HTML, CSS, JavaScript, PHP, MySQL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on XAMPP local server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Operational Feasibility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and manage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Economic Feasibility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free and open-source tools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additional hardware/software required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01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5416"/>
            <a:ext cx="10515600" cy="938254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FLOWCHART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298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 of Traffic-Aware Shortest Route Management System</a:t>
            </a:r>
          </a:p>
        </p:txBody>
      </p:sp>
      <p:pic>
        <p:nvPicPr>
          <p:cNvPr id="4" name="Picture 3" descr="C:\Users\DELL\Downloads\flowchart-Page-1 (1)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353" y="1033670"/>
            <a:ext cx="5255811" cy="50586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1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80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Gantt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of Traffic-Aware Shortest Route Management System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lc="http://schemas.openxmlformats.org/drawingml/2006/lockedCanvas" xmlns="" xmlns:xdr="http://schemas.openxmlformats.org/drawingml/2006/spreadsheetDrawing" xmlns:a16="http://schemas.microsoft.com/office/drawing/2014/main" id="{FC3B2D01-63F7-47E8-D287-36B986246B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5515999"/>
              </p:ext>
            </p:extLst>
          </p:nvPr>
        </p:nvGraphicFramePr>
        <p:xfrm>
          <a:off x="2282024" y="1790700"/>
          <a:ext cx="7402665" cy="3759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77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757" y="715619"/>
            <a:ext cx="10515600" cy="1388538"/>
          </a:xfrm>
        </p:spPr>
        <p:txBody>
          <a:bodyPr/>
          <a:lstStyle/>
          <a:p>
            <a:pPr algn="ctr"/>
            <a:r>
              <a:rPr lang="en-US" b="1" dirty="0" smtClean="0"/>
              <a:t>EXPECTED OUTCOME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339301"/>
            <a:ext cx="5824993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Shortest route calculation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Traffic-aware navigation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Alternative route suggestions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route management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travel time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travel planning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1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508619"/>
              </p:ext>
            </p:extLst>
          </p:nvPr>
        </p:nvGraphicFramePr>
        <p:xfrm>
          <a:off x="830250" y="1960210"/>
          <a:ext cx="10587824" cy="5067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934"/>
                <a:gridCol w="10324890"/>
              </a:tblGrid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 </a:t>
                      </a:r>
                      <a:endParaRPr lang="en-US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arthapranali, "Kathmandu’s Traffic Jam Crisis: The Escalating Urban Gridlock in Nepal’s Capital," 03 08 2025</a:t>
                      </a:r>
                      <a:r>
                        <a:rPr lang="en-US" sz="1600" b="0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600" b="0" kern="1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Online]. </a:t>
                      </a:r>
                      <a:r>
                        <a:rPr lang="en-US" sz="1600" b="0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Available:</a:t>
                      </a:r>
                      <a:r>
                        <a:rPr lang="en-US" sz="1600" b="0" kern="1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://arthapranali.com/2025/08/17422/. [Accessed 26 06 2026].</a:t>
                      </a:r>
                      <a:endParaRPr lang="en-US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255F-7135-4629-B4C2-FA45BB299EE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8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607</Words>
  <Application>Microsoft Office PowerPoint</Application>
  <PresentationFormat>Widescreen</PresentationFormat>
  <Paragraphs>152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A PROPOSAL DEFENSE: BCA 4th SEM PROJECT I </vt:lpstr>
      <vt:lpstr>Table of Content</vt:lpstr>
      <vt:lpstr>INTRODUCTION</vt:lpstr>
      <vt:lpstr>PROBLEM STATEMENT</vt:lpstr>
      <vt:lpstr>OBJECTIVE</vt:lpstr>
      <vt:lpstr>Methodology</vt:lpstr>
      <vt:lpstr>Requirement Identification</vt:lpstr>
      <vt:lpstr>Functional Requirement</vt:lpstr>
      <vt:lpstr>Non Functional Requirement </vt:lpstr>
      <vt:lpstr>USE CASE</vt:lpstr>
      <vt:lpstr>Feasibility Study</vt:lpstr>
      <vt:lpstr>SYSTEM FLOWCHART</vt:lpstr>
      <vt:lpstr>GANTT CHART</vt:lpstr>
      <vt:lpstr>EXPECTED OUTCOME</vt:lpstr>
      <vt:lpstr>REFERENCE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17</cp:revision>
  <dcterms:created xsi:type="dcterms:W3CDTF">2026-06-28T06:14:49Z</dcterms:created>
  <dcterms:modified xsi:type="dcterms:W3CDTF">2026-06-28T16:03:00Z</dcterms:modified>
</cp:coreProperties>
</file>